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Wildlife Object Detection Using YOLOv11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CS440 Project 3 — Jaleah Beason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Wildlife object detection using YOLOv11</a:t>
            </a:r>
          </a:p>
          <a:p>
            <a:r>
              <a:t>• Trained with a Roboflow dataset</a:t>
            </a:r>
          </a:p>
          <a:p>
            <a:r>
              <a:t>• Evaluated using precision, recall, mAP</a:t>
            </a:r>
          </a:p>
          <a:p>
            <a:r>
              <a:t>• Faced missing 'runs' folder 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Wildlife dataset with labeled species</a:t>
            </a:r>
          </a:p>
          <a:p>
            <a:r>
              <a:t>• Bounding boxes provided</a:t>
            </a:r>
          </a:p>
          <a:p>
            <a:r>
              <a:t>• Prepared through Roboflow</a:t>
            </a:r>
          </a:p>
          <a:p/>
          <a:p>
            <a:r>
              <a:t>Insert Image Placeholder: Sample Dataset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YOLOv11n model</a:t>
            </a:r>
          </a:p>
          <a:p>
            <a:r>
              <a:t>• 15 epochs</a:t>
            </a:r>
          </a:p>
          <a:p>
            <a:r>
              <a:t>• 640 image size</a:t>
            </a:r>
          </a:p>
          <a:p>
            <a:r>
              <a:t>• Batch size 16</a:t>
            </a:r>
          </a:p>
          <a:p>
            <a:r>
              <a:t>• Trained in Google Colab</a:t>
            </a:r>
          </a:p>
          <a:p/>
          <a:p>
            <a:r>
              <a:t>Insert Image Placeholder: Training Command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'runs/detect' directory</a:t>
            </a:r>
          </a:p>
          <a:p>
            <a:r>
              <a:t>• No saved predictions</a:t>
            </a:r>
          </a:p>
          <a:p>
            <a:r>
              <a:t>• Limited visual evaluation</a:t>
            </a:r>
          </a:p>
          <a:p/>
          <a:p>
            <a:r>
              <a:t>Insert Image Placeholder: Missing Runs Folder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Precision: 0.391</a:t>
            </a:r>
          </a:p>
          <a:p>
            <a:r>
              <a:t>• Recall: 0.335</a:t>
            </a:r>
          </a:p>
          <a:p>
            <a:r>
              <a:t>• mAP@0.5: 0.412</a:t>
            </a:r>
          </a:p>
          <a:p>
            <a:r>
              <a:t>• Best performance on larger animals</a:t>
            </a:r>
          </a:p>
          <a:p/>
          <a:p>
            <a:r>
              <a:t>Insert Image Placeholder: Metrics Output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varied across species</a:t>
            </a:r>
          </a:p>
          <a:p>
            <a:r>
              <a:t>• Smaller animals harder to detect</a:t>
            </a:r>
          </a:p>
          <a:p>
            <a:r>
              <a:t>• Missing predictions limited analysis</a:t>
            </a:r>
          </a:p>
          <a:p/>
          <a:p>
            <a:r>
              <a:t>Insert Image Placeholder: Example Prediction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Drone &amp; Mapping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Drones capture large areas efficiently</a:t>
            </a:r>
          </a:p>
          <a:p>
            <a:r>
              <a:t>• Can improve dataset size and consistency</a:t>
            </a:r>
          </a:p>
          <a:p>
            <a:r>
              <a:t>• Animals appear small in aerial images → detection difficulty</a:t>
            </a:r>
          </a:p>
          <a:p>
            <a:r>
              <a:t>• Mapping tools help track detections</a:t>
            </a:r>
          </a:p>
          <a:p/>
          <a:p>
            <a:r>
              <a:t>Insert Image Placeholder: Drone Wildlife 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YOLOv11 performed moderately well</a:t>
            </a:r>
          </a:p>
          <a:p>
            <a:r>
              <a:t>• Missing outputs prevented full analysis</a:t>
            </a:r>
          </a:p>
          <a:p>
            <a:r>
              <a:t>• Future work: more training, larger model, drone images</a:t>
            </a:r>
          </a:p>
          <a:p>
            <a:r>
              <a:t>• Demonstrated full ML workflow from dataset to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