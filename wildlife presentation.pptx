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65" r:id="rId6"/>
    <p:sldId id="268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563"/>
    <p:restoredTop sz="95741"/>
  </p:normalViewPr>
  <p:slideViewPr>
    <p:cSldViewPr snapToGrid="0" snapToObjects="1">
      <p:cViewPr varScale="1">
        <p:scale>
          <a:sx n="72" d="100"/>
          <a:sy n="72" d="100"/>
        </p:scale>
        <p:origin x="20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47C66-7AC1-0E4B-A5CA-573DD2CC116D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9F181-220C-4543-A331-9C4281FE1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7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9F181-220C-4543-A331-9C4281FE16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6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9F181-220C-4543-A331-9C4281FE16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5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52D2E1C-9D8B-0742-97BF-51545C9702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677" y="1122363"/>
            <a:ext cx="54863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77" y="3602038"/>
            <a:ext cx="54863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677" y="1122363"/>
            <a:ext cx="54863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77" y="3602038"/>
            <a:ext cx="54863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A6BC8CC4-EE74-3645-88EF-C41CBB35D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949C515-2A63-E847-9DAB-A5268D846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4282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42827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4282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3CECA701-B4E9-7A48-A404-CF6B6C4E1E5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4651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Wildlife Object Detection Using YOLOv11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by: </a:t>
            </a:r>
            <a:r>
              <a:rPr lang="en-US" dirty="0"/>
              <a:t>Jaleah Beason</a:t>
            </a:r>
            <a:endParaRPr dirty="0"/>
          </a:p>
          <a:p>
            <a:r>
              <a:rPr dirty="0"/>
              <a:t>Course: </a:t>
            </a:r>
            <a:r>
              <a:rPr lang="en-US" dirty="0"/>
              <a:t>cs440</a:t>
            </a:r>
            <a:endParaRPr dirty="0"/>
          </a:p>
          <a:p>
            <a:r>
              <a:rPr dirty="0"/>
              <a:t>Date: </a:t>
            </a:r>
            <a:r>
              <a:rPr lang="en-US" dirty="0"/>
              <a:t>12-9-25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D327AF-B84E-60D9-685D-6D46AE353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780" y="1690691"/>
            <a:ext cx="7700341" cy="11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dirty="0"/>
              <a:t>Build and train a wildlife detection model using YOLOv11</a:t>
            </a:r>
          </a:p>
          <a:p>
            <a:pPr lvl="1"/>
            <a:r>
              <a:rPr lang="en-US" dirty="0"/>
              <a:t>Evaluate detection accuracy across multiple species</a:t>
            </a:r>
          </a:p>
          <a:p>
            <a:pPr lvl="1"/>
            <a:r>
              <a:rPr lang="en-US" dirty="0"/>
              <a:t>Identify model limitations and explore drone/mapping applications for wildlife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446469"/>
            <a:ext cx="2949178" cy="870754"/>
          </a:xfrm>
        </p:spPr>
        <p:txBody>
          <a:bodyPr anchor="b">
            <a:normAutofit/>
          </a:bodyPr>
          <a:lstStyle/>
          <a:p>
            <a:r>
              <a:rPr lang="en-US" dirty="0"/>
              <a:t>Dataset Overview</a:t>
            </a:r>
            <a:endParaRPr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A4A6CDF-F75B-CE4A-C7DB-34E795A5C83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27458" y="1582341"/>
            <a:ext cx="35114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Wildlife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316 total images Dogs, horses, birds, pandas, zebras, rhinoceros,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YOLO-formatted bounding boxes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environments and lighting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Variation in species size and 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A bird with a cross-section&#10;&#10;AI-generated content may be incorrect.">
            <a:extLst>
              <a:ext uri="{FF2B5EF4-FFF2-40B4-BE49-F238E27FC236}">
                <a16:creationId xmlns:a16="http://schemas.microsoft.com/office/drawing/2014/main" id="{C9C2C878-F574-90A9-F595-8E75D48C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91" y="2598420"/>
            <a:ext cx="1728470" cy="1689100"/>
          </a:xfrm>
          <a:prstGeom prst="rect">
            <a:avLst/>
          </a:prstGeom>
        </p:spPr>
      </p:pic>
      <p:pic>
        <p:nvPicPr>
          <p:cNvPr id="12" name="Picture 11" descr="A rhinoceros head with a cut out of it&#10;&#10;AI-generated content may be incorrect.">
            <a:extLst>
              <a:ext uri="{FF2B5EF4-FFF2-40B4-BE49-F238E27FC236}">
                <a16:creationId xmlns:a16="http://schemas.microsoft.com/office/drawing/2014/main" id="{070B6E55-06DB-3463-208A-94836328D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738" y="2584450"/>
            <a:ext cx="1624965" cy="1703070"/>
          </a:xfrm>
          <a:prstGeom prst="rect">
            <a:avLst/>
          </a:prstGeom>
        </p:spPr>
      </p:pic>
      <p:pic>
        <p:nvPicPr>
          <p:cNvPr id="13" name="Picture 12" descr="A panda bear with a purple panda bear&#10;&#10;AI-generated content may be incorrect.">
            <a:extLst>
              <a:ext uri="{FF2B5EF4-FFF2-40B4-BE49-F238E27FC236}">
                <a16:creationId xmlns:a16="http://schemas.microsoft.com/office/drawing/2014/main" id="{368717E7-965D-19B1-D859-E5297B141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30" y="4287520"/>
            <a:ext cx="1628140" cy="1712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Model Architecture &amp; Training Setup</a:t>
            </a:r>
            <a:endParaRPr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17CA4FD-EB29-C4CA-7F4B-F3C65EF7FC0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Model: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YOLOv11n (lightweight, fast)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Training Settings:</a:t>
            </a:r>
            <a:endParaRPr kumimoji="0" lang="en-US" altLang="en-US" sz="16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15 epochs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Image size: 640×640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Batch size: 16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Default optimizer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Run in Google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effectLst/>
              </a:rPr>
              <a:t>Colab</a:t>
            </a:r>
            <a:endParaRPr kumimoji="0" lang="en-US" altLang="en-US" sz="16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Issue Encountered:</a:t>
            </a:r>
            <a:endParaRPr kumimoji="0" lang="en-US" altLang="en-US" sz="16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No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runs/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directory created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Training outputs (predictions, curves, weights) not saved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Led to blank sample inference images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ADE2A6-760D-8660-DEC6-5BAA1062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493" y="1825625"/>
            <a:ext cx="3709514" cy="4351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81" y="365128"/>
            <a:ext cx="7886700" cy="1325563"/>
          </a:xfrm>
        </p:spPr>
        <p:txBody>
          <a:bodyPr/>
          <a:lstStyle/>
          <a:p>
            <a:r>
              <a:rPr lang="en-US" dirty="0"/>
              <a:t>Results Summary</a:t>
            </a:r>
            <a:endParaRPr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FAF8D9-A82F-CC2D-9A2B-959D55593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0681" y="1690691"/>
            <a:ext cx="839031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Metrics: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0.391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0.335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mAP@0.5: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0.412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mAP@0.5:0.95: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0.286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detection for clear, frequently seen species (zebras, dogs, horses)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Weaknesses: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detection for smaller or underrepresented species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saved prediction visuals due to missing runs directory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2AFE6-3668-7666-FA1B-C5049943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/>
          <a:lstStyle/>
          <a:p>
            <a:r>
              <a:rPr lang="en-US" dirty="0"/>
              <a:t>Ex.</a:t>
            </a:r>
          </a:p>
        </p:txBody>
      </p:sp>
      <p:pic>
        <p:nvPicPr>
          <p:cNvPr id="4" name="Content Placeholder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50FAB778-A3FF-C556-D84F-EEE558AE1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4325" y="1344706"/>
            <a:ext cx="8515350" cy="47903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771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026C-1054-DD91-80CC-B49BBAD2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Drone/Mapping Integration Reflection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83BDF7-BFC9-F3CC-7DCA-2BBFF363C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7638" y="1449108"/>
            <a:ext cx="78867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drones support detection: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large amounts of wildlife imagery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consistent aerial viewpoints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real-time wildlife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limitations: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Animals appear smaller → harder to detect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Aerial images affected by shadows, blur, weather, canopy cover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retraining model on drone-captured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 tools: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tracking animal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 on accurate model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46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8A98-1C4C-0AAA-503E-98FC4D02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569F8B-03E3-3190-6B79-E520F09011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3497" y="1027909"/>
            <a:ext cx="78867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Lessons Learned: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YOLOv11n can detect large/clear animals reasonably well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balance greatly affects model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runs directory limits full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output-saving issue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longer (more epochs) or try larger YOLOv11 versions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dataset balance or increase sample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drone-based images for better real-world generalization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26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329</Words>
  <Application>Microsoft Macintosh PowerPoint</Application>
  <PresentationFormat>On-screen Show (4:3)</PresentationFormat>
  <Paragraphs>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Wildlife Object Detection Using YOLOv11</vt:lpstr>
      <vt:lpstr>Objective</vt:lpstr>
      <vt:lpstr>Dataset Overview</vt:lpstr>
      <vt:lpstr>Model Architecture &amp; Training Setup</vt:lpstr>
      <vt:lpstr>Results Summary</vt:lpstr>
      <vt:lpstr>Ex.</vt:lpstr>
      <vt:lpstr>Drone/Mapping Integration Reflection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beason Jaleah</cp:lastModifiedBy>
  <cp:revision>8</cp:revision>
  <dcterms:created xsi:type="dcterms:W3CDTF">2020-08-18T15:08:12Z</dcterms:created>
  <dcterms:modified xsi:type="dcterms:W3CDTF">2025-12-10T16:59:04Z</dcterms:modified>
</cp:coreProperties>
</file>